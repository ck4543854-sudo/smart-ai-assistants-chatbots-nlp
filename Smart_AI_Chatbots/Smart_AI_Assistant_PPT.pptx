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4F46E5">
              <a:alpha val="12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57200"/>
            <a:ext cx="1005840" cy="1005840"/>
          </a:xfrm>
          <a:prstGeom prst="roundRect">
            <a:avLst>
              <a:gd name="adj" fmla="val 13636"/>
            </a:avLst>
          </a:prstGeom>
          <a:solidFill>
            <a:srgbClr val="4F46E5">
              <a:alpha val="80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75488"/>
            <a:ext cx="969264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🤖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NOVA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AI ASSISTANT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5486400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346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B.Tech / BCA / MCA Project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&amp; Large Language Models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[Your Name]    |    [College Name]    |    [Year]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&amp; Objective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840480" cy="3474720"/>
          </a:xfrm>
          <a:prstGeom prst="rect">
            <a:avLst/>
          </a:prstGeom>
          <a:solidFill>
            <a:srgbClr val="1E2040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3840480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326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❓ 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systems lack intelligent conversation
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Finding quick, domain-specific answers is slow
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multilingual support in most tools
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Students, patients, shoppers need instant help
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Existing bots are rigid and rule-based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914400"/>
            <a:ext cx="3840480" cy="3474720"/>
          </a:xfrm>
          <a:prstGeom prst="rect">
            <a:avLst/>
          </a:prstGeom>
          <a:solidFill>
            <a:srgbClr val="1E2040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914400"/>
            <a:ext cx="3840480" cy="457200"/>
          </a:xfrm>
          <a:prstGeom prst="rect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9326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The Objective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a Smart AI Assistant using NLP + LLM
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 5+ domains: Health, Education,
  Shopping, Coding, General
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 Hindi + English conversation
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Voice I/O and Document Analysis
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as a React Web Application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solidFill>
            <a:srgbClr val="06B6D4">
              <a:alpha val="1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77240"/>
            <a:ext cx="54864" cy="59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13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User Interface (React.js)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0789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· Voice Input · File Upload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26280" y="1371600"/>
            <a:ext cx="0" cy="10972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08760"/>
            <a:ext cx="8229600" cy="594360"/>
          </a:xfrm>
          <a:prstGeom prst="rect">
            <a:avLst/>
          </a:prstGeom>
          <a:solidFill>
            <a:srgbClr val="4F46E5">
              <a:alpha val="18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508760"/>
            <a:ext cx="54864" cy="5943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453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API Gateway (FastAPI)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81051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 · Auth · Rate Limiting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26280" y="2103120"/>
            <a:ext cx="0" cy="10972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240280"/>
            <a:ext cx="8229600" cy="594360"/>
          </a:xfrm>
          <a:prstGeom prst="rect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240280"/>
            <a:ext cx="54864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2768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NLP Pipeline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2542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· Intent · NER · Sentiment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26280" y="2834640"/>
            <a:ext cx="0" cy="10972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971800"/>
            <a:ext cx="8229600" cy="594360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971800"/>
            <a:ext cx="54864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008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AI Model (Gemini LLM)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32735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Memory · Response Generation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26280" y="3566160"/>
            <a:ext cx="0" cy="10972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703320"/>
            <a:ext cx="8229600" cy="594360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703320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7398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Data Layer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4005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· Redis Cache · Vector DB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0" y="777240"/>
            <a:ext cx="1828800" cy="3520440"/>
          </a:xfrm>
          <a:prstGeom prst="rect">
            <a:avLst/>
          </a:prstGeom>
          <a:solidFill>
            <a:srgbClr val="1E2040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914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03720" y="1371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Gemini AI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03720" y="1783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 Search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03720" y="21945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Speech API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03720" y="26060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Maps API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NLP Pipeline &amp; Technologies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554480" cy="1554480"/>
          </a:xfrm>
          <a:prstGeom prst="rect">
            <a:avLst/>
          </a:prstGeom>
          <a:solidFill>
            <a:srgbClr val="06B6D4">
              <a:alpha val="20000"/>
            </a:srgbClr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Tokenization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Tokens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0" y="164592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868680"/>
            <a:ext cx="1554480" cy="1554480"/>
          </a:xfrm>
          <a:prstGeom prst="rect">
            <a:avLst/>
          </a:prstGeom>
          <a:solidFill>
            <a:srgbClr val="4F46E5">
              <a:alpha val="20000"/>
            </a:srgbClr>
          </a:solidFill>
          <a:ln w="19050">
            <a:solidFill>
              <a:srgbClr val="4F46E5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20240" y="914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20240" y="1371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Intent Detection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17373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 wants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0" y="164592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868680"/>
            <a:ext cx="1554480" cy="1554480"/>
          </a:xfrm>
          <a:prstGeom prst="rect">
            <a:avLst/>
          </a:prstGeom>
          <a:solidFill>
            <a:srgbClr val="7C3AED">
              <a:alpha val="20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66160" y="914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66160" y="1371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17373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· Dates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0" y="164592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0" y="868680"/>
            <a:ext cx="1554480" cy="1554480"/>
          </a:xfrm>
          <a:prstGeom prst="rect">
            <a:avLst/>
          </a:prstGeom>
          <a:solidFill>
            <a:srgbClr val="10B981">
              <a:alpha val="20000"/>
            </a:srgbClr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12080" y="914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212080" y="1371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12080" y="17373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+ve / -ve / neut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66560" y="164592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868680"/>
            <a:ext cx="1554480" cy="1554480"/>
          </a:xfrm>
          <a:prstGeom prst="rect">
            <a:avLst/>
          </a:prstGeom>
          <a:solidFill>
            <a:srgbClr val="F59E0B">
              <a:alpha val="20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0" y="914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58000" y="1371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Response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17373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generates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74320" y="3108960"/>
            <a:ext cx="1920240" cy="685800"/>
          </a:xfrm>
          <a:prstGeom prst="rect">
            <a:avLst/>
          </a:prstGeom>
          <a:solidFill>
            <a:srgbClr val="252748"/>
          </a:solidFill>
          <a:ln w="6350">
            <a:solidFill>
              <a:srgbClr val="64748B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0040" y="31455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🐍 Python 3.11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0040" y="34564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Language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423160" y="3108960"/>
            <a:ext cx="1920240" cy="685800"/>
          </a:xfrm>
          <a:prstGeom prst="rect">
            <a:avLst/>
          </a:prstGeom>
          <a:solidFill>
            <a:srgbClr val="252748"/>
          </a:solidFill>
          <a:ln w="6350">
            <a:solidFill>
              <a:srgbClr val="64748B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468880" y="31455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⚛️ React.js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468880" y="34564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3108960"/>
            <a:ext cx="1920240" cy="685800"/>
          </a:xfrm>
          <a:prstGeom prst="rect">
            <a:avLst/>
          </a:prstGeom>
          <a:solidFill>
            <a:srgbClr val="252748"/>
          </a:solidFill>
          <a:ln w="6350">
            <a:solidFill>
              <a:srgbClr val="64748B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617720" y="31455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FastAPI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617720" y="34564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20840" y="3108960"/>
            <a:ext cx="1920240" cy="685800"/>
          </a:xfrm>
          <a:prstGeom prst="rect">
            <a:avLst/>
          </a:prstGeom>
          <a:solidFill>
            <a:srgbClr val="252748"/>
          </a:solidFill>
          <a:ln w="6350">
            <a:solidFill>
              <a:srgbClr val="64748B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766560" y="31455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Gemini AI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766560" y="34564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Model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3931920"/>
            <a:ext cx="1920240" cy="685800"/>
          </a:xfrm>
          <a:prstGeom prst="rect">
            <a:avLst/>
          </a:prstGeom>
          <a:solidFill>
            <a:srgbClr val="252748"/>
          </a:solidFill>
          <a:ln w="6350">
            <a:solidFill>
              <a:srgbClr val="64748B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20040" y="39684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scikit-learn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20040" y="42793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423160" y="3931920"/>
            <a:ext cx="1920240" cy="685800"/>
          </a:xfrm>
          <a:prstGeom prst="rect">
            <a:avLst/>
          </a:prstGeom>
          <a:solidFill>
            <a:srgbClr val="252748"/>
          </a:solidFill>
          <a:ln w="6350">
            <a:solidFill>
              <a:srgbClr val="64748B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2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468880" y="39684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🔤 spaCy/NLTK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468880" y="42793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Tools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0" y="3931920"/>
            <a:ext cx="1920240" cy="685800"/>
          </a:xfrm>
          <a:prstGeom prst="rect">
            <a:avLst/>
          </a:prstGeom>
          <a:solidFill>
            <a:srgbClr val="252748"/>
          </a:solidFill>
          <a:ln w="6350">
            <a:solidFill>
              <a:srgbClr val="64748B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2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617720" y="39684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🗄️ MongoDB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617720" y="42793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720840" y="3931920"/>
            <a:ext cx="1920240" cy="685800"/>
          </a:xfrm>
          <a:prstGeom prst="rect">
            <a:avLst/>
          </a:prstGeom>
          <a:solidFill>
            <a:srgbClr val="252748"/>
          </a:solidFill>
          <a:ln w="6350">
            <a:solidFill>
              <a:srgbClr val="64748B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2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766560" y="39684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🔴 Redis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766560" y="42793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1920240"/>
          </a:xfrm>
          <a:prstGeom prst="rect">
            <a:avLst/>
          </a:prstGeom>
          <a:solidFill>
            <a:srgbClr val="1E2040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Multi-Domain 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Health, Shopping,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Coding, General chat support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743200" cy="1920240"/>
          </a:xfrm>
          <a:prstGeom prst="rect">
            <a:avLst/>
          </a:prstGeom>
          <a:solidFill>
            <a:srgbClr val="1E2040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22960"/>
            <a:ext cx="27432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960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0040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Multilingual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19202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aur English dono mein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conversation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822960"/>
            <a:ext cx="2743200" cy="1920240"/>
          </a:xfrm>
          <a:prstGeom prst="rect">
            <a:avLst/>
          </a:prstGeom>
          <a:solidFill>
            <a:srgbClr val="1E204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822960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960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🎤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Voice I/O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19202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input aur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 output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2743200" cy="1920240"/>
          </a:xfrm>
          <a:prstGeom prst="rect">
            <a:avLst/>
          </a:prstGeom>
          <a:solidFill>
            <a:srgbClr val="1E204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26080"/>
            <a:ext cx="2743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063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7432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Analysis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" y="40233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aur text files upload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karke Q&amp;A kar sakte hain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926080"/>
            <a:ext cx="2743200" cy="1920240"/>
          </a:xfrm>
          <a:prstGeom prst="rect">
            <a:avLst/>
          </a:prstGeom>
          <a:solidFill>
            <a:srgbClr val="1E204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92608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3063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20040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Search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91840" y="40233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 information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karna with context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926080"/>
            <a:ext cx="2743200" cy="1920240"/>
          </a:xfrm>
          <a:prstGeom prst="rect">
            <a:avLst/>
          </a:prstGeom>
          <a:solidFill>
            <a:srgbClr val="1E2040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926080"/>
            <a:ext cx="27432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3063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🖼️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12648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Analysis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17920" y="40233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describe karna aur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answer karna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Performance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920240" cy="1280160"/>
          </a:xfrm>
          <a:prstGeom prst="rect">
            <a:avLst/>
          </a:prstGeom>
          <a:solidFill>
            <a:srgbClr val="1E2040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92%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777240"/>
            <a:ext cx="1920240" cy="1280160"/>
          </a:xfrm>
          <a:prstGeom prst="rect">
            <a:avLst/>
          </a:prstGeom>
          <a:solidFill>
            <a:srgbClr val="1E2040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8686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2s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2316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777240"/>
            <a:ext cx="1920240" cy="1280160"/>
          </a:xfrm>
          <a:prstGeom prst="rect">
            <a:avLst/>
          </a:prstGeom>
          <a:solidFill>
            <a:srgbClr val="1E2040"/>
          </a:solidFill>
          <a:ln w="19050">
            <a:solidFill>
              <a:srgbClr val="4F46E5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8686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Categories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777240"/>
            <a:ext cx="1920240" cy="1280160"/>
          </a:xfrm>
          <a:prstGeom prst="rect">
            <a:avLst/>
          </a:prstGeom>
          <a:solidFill>
            <a:srgbClr val="1E204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8686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Lang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72084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+ English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Comparison: Rule-Based vs ML vs LLM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219456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(NOVA)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Aware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Multilingual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Effort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(API)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0A0B1A"/>
          </a:solidFill>
          <a:ln w="12700">
            <a:solidFill>
              <a:srgbClr val="0A0B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Successfully built a multi-domain AI assistant using NLP + LLM
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Achieved 92%+ intent accuracy with Gemini + ML hybrid
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Hindi + English multilingual support implemented
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React web app deployed with real-time AI responses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3063240"/>
            <a:ext cx="2743200" cy="731520"/>
          </a:xfrm>
          <a:prstGeom prst="rect">
            <a:avLst/>
          </a:prstGeom>
          <a:solidFill>
            <a:srgbClr val="252748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12724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Fine-tune custom LLM on domain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3063240"/>
            <a:ext cx="2743200" cy="731520"/>
          </a:xfrm>
          <a:prstGeom prst="rect">
            <a:avLst/>
          </a:prstGeom>
          <a:solidFill>
            <a:srgbClr val="252748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312724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 (React Native / Flutter)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3063240"/>
            <a:ext cx="2743200" cy="731520"/>
          </a:xfrm>
          <a:prstGeom prst="rect">
            <a:avLst/>
          </a:prstGeom>
          <a:solidFill>
            <a:srgbClr val="252748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312724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WhatsApp &amp; Telegram integration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931920"/>
            <a:ext cx="2743200" cy="731520"/>
          </a:xfrm>
          <a:prstGeom prst="rect">
            <a:avLst/>
          </a:prstGeom>
          <a:solidFill>
            <a:srgbClr val="252748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99592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Support 10+ Indian regional languages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3931920"/>
            <a:ext cx="2743200" cy="731520"/>
          </a:xfrm>
          <a:prstGeom prst="rect">
            <a:avLst/>
          </a:prstGeom>
          <a:solidFill>
            <a:srgbClr val="252748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399592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Emotion-aware adaptive responses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3931920"/>
            <a:ext cx="2743200" cy="731520"/>
          </a:xfrm>
          <a:prstGeom prst="rect">
            <a:avLst/>
          </a:prstGeom>
          <a:solidFill>
            <a:srgbClr val="252748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399592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Cloud deployment (AWS / GCP)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6400800" cy="6400800"/>
          </a:xfrm>
          <a:prstGeom prst="ellipse">
            <a:avLst/>
          </a:prstGeom>
          <a:solidFill>
            <a:srgbClr val="4F46E5">
              <a:alpha val="8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06B6D4">
              <a:alpha val="6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4572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🤖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2286000" y="2834640"/>
            <a:ext cx="4572000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71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— Smart AI Assistant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College Project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·  [Roll Number]  ·  [College Name]  ·  [Year]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Google Gemini AI  |  React.js  |  Python FastAPI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AI Assistant - Final Year Project</dc:title>
  <dc:subject>PptxGenJS Presentation</dc:subject>
  <dc:creator>College Student</dc:creator>
  <cp:lastModifiedBy>College Student</cp:lastModifiedBy>
  <cp:revision>1</cp:revision>
  <dcterms:created xsi:type="dcterms:W3CDTF">2026-03-25T10:45:54Z</dcterms:created>
  <dcterms:modified xsi:type="dcterms:W3CDTF">2026-03-25T10:45:54Z</dcterms:modified>
</cp:coreProperties>
</file>